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9: Functions –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FoP – B.S. in Management and Public Policy | 90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Define and call functions with parameters and return values.</a:t>
            </a:r>
          </a:p>
          <a:p>
            <a:pPr/>
            <a:r>
              <a:t>Write reusable code for policy and management tasks (formatting, summaries, lookups).</a:t>
            </a:r>
          </a:p>
          <a:p>
            <a:pPr/>
            <a:r>
              <a:t>Apply functions: budget display, scheme summaries, indicator lookups, report snippets.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functions? (management &amp; policy)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Reuse: format budget in lakhs/crores, format scheme names, or build report lines repeatedly.</a:t>
            </a:r>
          </a:p>
          <a:p>
            <a:pPr/>
            <a:r>
              <a:t>Structure: break reporting into clear steps (e.g. get_scheme_summary, format_for_display).</a:t>
            </a:r>
          </a:p>
          <a:p>
            <a:pPr/>
            <a:r>
              <a:t>Easier to maintain when definitions change (e.g. currency, rounding rules).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 function_name(parameter1, parameter2):</a:t>
            </a:r>
          </a:p>
          <a:p>
            <a:pPr/>
            <a:r>
              <a:t>    '''Optional docstring — e.g. "Format budget in lakhs for display"'''</a:t>
            </a:r>
          </a:p>
          <a:p>
            <a:pPr/>
            <a:r>
              <a:t>    # body</a:t>
            </a:r>
          </a:p>
          <a:p>
            <a:pPr/>
            <a:r>
              <a:t>    return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Parameters and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Parameters: e.g. scheme name and year, or a list of grant amounts.</a:t>
            </a:r>
          </a:p>
          <a:p>
            <a:pPr/>
            <a:r>
              <a:t>return: e.g. formatted string, summary dict, or lookup result.</a:t>
            </a:r>
          </a:p>
          <a:p>
            <a:pPr/>
            <a:r>
              <a:t>Without return: function returns None (avoid for data you need to use).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Variables inside a function are local (e.g. temp totals, formatted strings).</a:t>
            </a:r>
          </a:p>
          <a:p>
            <a:pPr/>
            <a:r>
              <a:t>Variables in the notebook are global; prefer passing data in and returning results.</a:t>
            </a:r>
          </a:p>
          <a:p>
            <a:pPr/>
            <a:r>
              <a:t>Keeps policy/data inputs explicit and outputs clear for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in-class (Colab)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Session 9 Student notebook: functions for policy/scheme formatting, grant averages, scheme lookup.</a:t>
            </a:r>
          </a:p>
          <a:p>
            <a:pPr/>
            <a:r>
              <a:t>Hands-on: e.g. format_budget(amount), summarize_grants(list), get_scheme_by_id(dict, id).</a:t>
            </a:r>
          </a:p>
          <a:p>
            <a:pPr/>
            <a:r>
              <a:t>All examples aligned with business management and public policy.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9 –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 name(params): ... return value</a:t>
            </a:r>
          </a:p>
          <a:p>
            <a:pPr/>
            <a:r>
              <a:t>Use functions for reusable formatting, summaries, and lookups in policy/management data.</a:t>
            </a:r>
          </a:p>
          <a:p>
            <a:pPr/>
            <a:r>
              <a:t>Structure programs with small, named steps for clarity and maintenance.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Downey, A. (2012). Think Python. O'Reilly Media, Inc.</a:t>
            </a:r>
          </a:p>
          <a:p>
            <a:pPr/>
            <a:r>
              <a:t>Matthes, E. (2023). Python Crash Course: A hands-on, project-based introduction to programming.</a:t>
            </a:r>
          </a:p>
          <a:p>
            <a:pPr/>
            <a:r>
              <a:t>Müller, A. C., &amp; Guido, S. (2016). Introduction to machine learning with Python: a guide for data scientists. O'Reilly Media, Inc.</a:t>
            </a:r>
          </a:p>
          <a:p>
            <a:pPr/>
            <a:r>
              <a:t>GeeksforGeeks Python: https://www.geeksforgeeks.org/python/</a:t>
            </a:r>
          </a:p>
          <a:p>
            <a:pPr/>
            <a:r>
              <a:t>W3Schools Python: https://www.w3schools.com/python/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