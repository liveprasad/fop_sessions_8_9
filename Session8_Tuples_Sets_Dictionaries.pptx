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INTERNALS (for presenter):</a:t>
            </a:r>
          </a:p>
          <a:p>
            <a:r>
              <a:t>• Tuples are immutable: once created, you cannot add/remove/change elements. Python can optimize storage and reuse.</a:t>
            </a:r>
          </a:p>
          <a:p>
            <a:r>
              <a:t>• Stored as a fixed-size sequence in memory; indexing by position is O(1).</a:t>
            </a:r>
          </a:p>
          <a:p>
            <a:r>
              <a:t>• Tuples are hashable if all elements are hashable — so they can be used as dict keys or set elements (e.g. (scheme_id, year)).</a:t>
            </a:r>
          </a:p>
          <a:p>
            <a:r>
              <a:t>• Less memory overhead than lists when the sequence never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INTERNALS (for presenter):</a:t>
            </a:r>
          </a:p>
          <a:p>
            <a:r>
              <a:t>• Sets are implemented with a hash table: each element must be hashable (no lists/dicts inside the set).</a:t>
            </a:r>
          </a:p>
          <a:p>
            <a:r>
              <a:t>• Membership check (x in s) is O(1) on average — very fast for large collections.</a:t>
            </a:r>
          </a:p>
          <a:p>
            <a:r>
              <a:t>• Order is not guaranteed; Python may reorder for efficiency. Do not rely on order.</a:t>
            </a:r>
          </a:p>
          <a:p>
            <a:r>
              <a:t>• Adding/removing is O(1) average. Union, intersection, difference are efficient.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INTERNALS (for presenter):</a:t>
            </a:r>
          </a:p>
          <a:p>
            <a:r>
              <a:t>• Dicts are implemented with a hash table: keys must be hashable (e.g. str, int, tuple of hashables).</a:t>
            </a:r>
          </a:p>
          <a:p>
            <a:r>
              <a:t>• Lookup by key (d[key]) is O(1) on average — ideal for scheme_id → details.</a:t>
            </a:r>
          </a:p>
          <a:p>
            <a:r>
              <a:t>• Insertion and deletion by key are also O(1) average.</a:t>
            </a:r>
          </a:p>
          <a:p>
            <a:r>
              <a:t>• From Python 3.7+ dicts preserve insertion order; iterating is in the order keys were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+ notes to explain internals when students ask "why is set/dict fast?" or "why can't I put a list in a set?".</a:t>
            </a:r>
          </a:p>
          <a:p/>
          <a:p>
            <a:r>
              <a:t>TUPLES: Immutability allows Python to optimize; no reallocation. Hashable tuples can go in sets/dict keys.</a:t>
            </a:r>
          </a:p>
          <a:p/>
          <a:p>
            <a:r>
              <a:t>SETS: Hash table gives O(1) 'in' check. Uniqueness is enforced by hash + equality. So only hashable types allowed.</a:t>
            </a:r>
          </a:p>
          <a:p/>
          <a:p>
            <a:r>
              <a:t>DICTIONARIES: Same idea — hash(key) determines bucket; O(1) average for get/set/del. .get(key, default) avoids KeyError.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8: Tuples, Sets &amp; Dictionaries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FoP – B.S. in Management and Public Policy | 90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Organize data using tuples, sets, and dictionaries.</a:t>
            </a:r>
          </a:p>
          <a:p>
            <a:pPr/>
            <a:r>
              <a:t>Choose the right structure for policy and management data (schemes, beneficiaries, surveys).</a:t>
            </a:r>
          </a:p>
          <a:p>
            <a:pPr/>
            <a:r>
              <a:t>Apply to real-world tasks: unique stakeholders, scheme lookups, survey response counts.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Tuples – management &amp; policy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Immutable ordered sequence: (scheme_name, year, budget) — e.g. one fixed record.</a:t>
            </a:r>
          </a:p>
          <a:p>
            <a:pPr/>
            <a:r>
              <a:t>Use when: order matters and data should not change (e.g. policy snapshot, KPI row).</a:t>
            </a:r>
          </a:p>
          <a:p>
            <a:pPr/>
            <a:r>
              <a:t>Unpacking: scheme_name, year, budget = policy_record.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Sets – unique entities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Unordered collection of unique elements: e.g. unique beneficiary IDs, districts, departments.</a:t>
            </a:r>
          </a:p>
          <a:p>
            <a:pPr/>
            <a:r>
              <a:t>Use when: counting distinct stakeholders, regions covered, or removing duplicate responses.</a:t>
            </a:r>
          </a:p>
          <a:p>
            <a:pPr/>
            <a:r>
              <a:t>Operations: union (combined coverage), intersection (common beneficiaries), difference.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Dictionaries – key–value lookups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Key–value pairs: scheme_id → details, department → head, indicator → target.</a:t>
            </a:r>
          </a:p>
          <a:p>
            <a:pPr/>
            <a:r>
              <a:t>Use when: looking up policy details, program metadata, or survey codes by ID.</a:t>
            </a:r>
          </a:p>
          <a:p>
            <a:pPr/>
            <a:r>
              <a:t>.keys(), .values(), .items() for reporting and iteration.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 the hood: Tuples, Sets, Dictionaries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Tuple: immutable, fixed sequence; hashable if elements are hashable; O(1) index access.</a:t>
            </a:r>
          </a:p>
          <a:p>
            <a:pPr/>
            <a:r>
              <a:t>Set: hash table; O(1) membership; elements must be hashable; order not guaranteed.</a:t>
            </a:r>
          </a:p>
          <a:p>
            <a:pPr/>
            <a:r>
              <a:t>Dict: hash table; O(1) lookup by key; keys must be hashable; insertion order preserved (3.7+).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which? (management &amp; policy)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Tuple: one fixed record (e.g. scheme name, financial year, allocated amount).</a:t>
            </a:r>
          </a:p>
          <a:p>
            <a:pPr/>
            <a:r>
              <a:t>Set: unique beneficiaries, unique districts in a program, unique response categories.</a:t>
            </a:r>
          </a:p>
          <a:p>
            <a:pPr/>
            <a:r>
              <a:t>Dict: scheme_id → full details; department → contact; indicator_code → definition.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in-class (Colab)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Session 8 Student notebook: tuples (policy record), sets (unique regions/beneficiaries), dicts (scheme lookup).</a:t>
            </a:r>
          </a:p>
          <a:p>
            <a:pPr/>
            <a:r>
              <a:t>Hands-on: e.g. count unique districts in a program, build a scheme lookup table.</a:t>
            </a:r>
          </a:p>
          <a:p>
            <a:pPr/>
            <a:r>
              <a:t>All examples use business management and public policy contexts.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8 –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Tuples: immutable, ordered.</a:t>
            </a:r>
          </a:p>
          <a:p>
            <a:pPr/>
            <a:r>
              <a:t>Sets: unique, unordered, fast membership.</a:t>
            </a:r>
          </a:p>
          <a:p>
            <a:pPr/>
            <a:r>
              <a:t>Dictionaries: key–value, fast lookup by key.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Downey, A. (2012). Think Python. O'Reilly Media, Inc.</a:t>
            </a:r>
          </a:p>
          <a:p>
            <a:pPr/>
            <a:r>
              <a:t>Matthes, E. (2023). Python Crash Course: A hands-on, project-based introduction to programming.</a:t>
            </a:r>
          </a:p>
          <a:p>
            <a:pPr/>
            <a:r>
              <a:t>Müller, A. C., &amp; Guido, S. (2016). Introduction to machine learning with Python: a guide for data scientists. O'Reilly Media, Inc.</a:t>
            </a:r>
          </a:p>
          <a:p>
            <a:pPr/>
            <a:r>
              <a:t>GeeksforGeeks Python: https://www.geeksforgeeks.org/python/</a:t>
            </a:r>
          </a:p>
          <a:p>
            <a:pPr/>
            <a:r>
              <a:t>W3Schools Python: https://www.w3schools.com/python/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